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changed since last time? Have a one-sentence answer ready before the title slide is off the screen.</a:t>
            </a:r>
          </a:p>
          <a:p/>
          <a:p>
            <a:r>
              <a:t>IF THIS SLIDE IS RED (or you are asked to defend it)</a:t>
            </a:r>
          </a:p>
          <a:p>
            <a:r>
              <a:t>Say the classification level out loud. Confirm the audience and the decision you need from them today, if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How long is this? What do you need from me?</a:t>
            </a:r>
          </a:p>
          <a:p/>
          <a:p>
            <a:r>
              <a:t>IF THIS SLIDE IS RED (or you are asked to defend it)</a:t>
            </a:r>
          </a:p>
          <a:p>
            <a:r>
              <a:t>State the ask up front: information only, or a decision. If a decision, name it here so nobody is surprised on slide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Why is that light red? What are you doing about it? When will it be green?</a:t>
            </a:r>
          </a:p>
          <a:p/>
          <a:p>
            <a:r>
              <a:t>IF THIS SLIDE IS RED (or you are asked to defend it)</a:t>
            </a:r>
          </a:p>
          <a:p>
            <a:r>
              <a:t>If red: one sentence on cause, one on the fix, one on the date. Never explain a red for more than 30 seconds on this slide; the detail is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Are we on the baseline? What is the biggest thing that could take us off it?</a:t>
            </a:r>
          </a:p>
          <a:p/>
          <a:p>
            <a:r>
              <a:t>IF THIS SLIDE IS RED (or you are asked to defend it)</a:t>
            </a:r>
          </a:p>
          <a:p>
            <a:r>
              <a:t>Name your top risk here even though the risk slide is later. Leadership remembers what you led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on the critical path? How much float do we have? What slipped and why?</a:t>
            </a:r>
          </a:p>
          <a:p/>
          <a:p>
            <a:r>
              <a:t>IF THIS SLIDE IS RED (or you are asked to defend it)</a:t>
            </a:r>
          </a:p>
          <a:p>
            <a:r>
              <a:t>If SPI is below 0.95: say what task drove it and whether it recovers or is permanent. 'The contractor is working it' is not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the EAC? Do you believe it? How much management reserve is left?</a:t>
            </a:r>
          </a:p>
          <a:p/>
          <a:p>
            <a:r>
              <a:t>IF THIS SLIDE IS RED (or you are asked to defend it)</a:t>
            </a:r>
          </a:p>
          <a:p>
            <a:r>
              <a:t>If CPI is below 0.95: state your independent EAC, not just the contractor's. If they differ by more than 5%, say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new? What got worse? Who owns the red ones?</a:t>
            </a:r>
          </a:p>
          <a:p/>
          <a:p>
            <a:r>
              <a:t>IF THIS SLIDE IS RED (or you are asked to defend it)</a:t>
            </a:r>
          </a:p>
          <a:p>
            <a:r>
              <a:t>Show the Risk Map from the workbook. Every HIGH risk needs an owner by name and a mitigation with a date. If you cannot name the owner, that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Are requirements stable? What is the next design review and are we ready?</a:t>
            </a:r>
          </a:p>
          <a:p/>
          <a:p>
            <a:r>
              <a:t>IF THIS SLIDE IS RED (or you are asked to defend it)</a:t>
            </a:r>
          </a:p>
          <a:p>
            <a:r>
              <a:t>If a technical review slipped: was it the contractor, the government, or requirements? Say which. It changes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Would you give them this CPARS rating today? Any CARs open?</a:t>
            </a:r>
          </a:p>
          <a:p/>
          <a:p>
            <a:r>
              <a:t>IF THIS SLIDE IS RED (or you are asked to defend it)</a:t>
            </a:r>
          </a:p>
          <a:p>
            <a:r>
              <a:t>Tie every rating to evidence from this period. If you are heading toward a Marginal, leadership should hear it here, not at the annual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is overdue? What do you need from us to close it?</a:t>
            </a:r>
          </a:p>
          <a:p/>
          <a:p>
            <a:r>
              <a:t>IF THIS SLIDE IS RED (or you are asked to defend it)</a:t>
            </a:r>
          </a:p>
          <a:p>
            <a:r>
              <a:t>Any action older than 60 days gets explained or closed. Ask for help on this slide; that is what it is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What decision do you need from me, and by when?</a:t>
            </a:r>
          </a:p>
          <a:p/>
          <a:p>
            <a:r>
              <a:t>IF THIS SLIDE IS RED (or you are asked to defend it)</a:t>
            </a:r>
          </a:p>
          <a:p>
            <a:r>
              <a:t>If you need a decision, restate it here with the deadline and the cost of delay. If you do not need one, say so and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LEADERSHIP WILL ASK</a:t>
            </a:r>
          </a:p>
          <a:p>
            <a:r>
              <a:t>They will ask: Can I see the detail behind slide X?</a:t>
            </a:r>
          </a:p>
          <a:p/>
          <a:p>
            <a:r>
              <a:t>IF THIS SLIDE IS RED (or you are asked to defend it)</a:t>
            </a:r>
          </a:p>
          <a:p>
            <a:r>
              <a:t>Keep the spend plan table, the full risk register, and the IMS excerpt here. Do not present them; have them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18288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[Month Year]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FOUO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Acqlerate — Defense Acquisitions Academy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1234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program health and key highlights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progress and current activities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performance, SPI metrics, critical path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CPI, SPI, EAC, VAC, and cost trends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611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Status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mitigation progress, new risks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16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plan and decision requests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46888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Health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274320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Accomplishments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PDR with no major action items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Build 3.1 delivered on schedule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CDRLs current; no delinquencies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Subcontractor performance meeting all KPIs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743200" cy="32918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Issues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64592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personnel vacancy: Deputy PM position unfilled since Feb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pressure on Integration Test milestone (15 Apr)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CO decision on Mod 04 (scope addition)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is currently in the Engineering &amp; Manufacturing Development (EMD) phase. CDR is complete and the team is executing integration and test activities. No Nunn-McCurdy breaches or APB threshold exceedances.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PDR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Oct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Oct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CDR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Jan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Test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IOT&amp;E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Oct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Declaration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 Declaration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Jul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Jul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A79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Summary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IMS Activities: 847  |  Complete: 612 (72%)  |  In Progress: 89  |  Not Started: 146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runs through Integration Test activities. A 14-day slip in CDR close-out has compressed the integration test schedule. Recovery plan focuses on parallel test execution and weekend staffing for the test team.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18872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Near-Term 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Path?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Readiness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Build 3.2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Control Document Update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EVM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Behind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$47.2M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BAC $48.0M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+$0.8M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43584"/>
                <a:gridCol w="1243584"/>
                <a:gridCol w="1243584"/>
                <a:gridCol w="1243584"/>
                <a:gridCol w="124358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ACWP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($M)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Month ($M)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($0.1)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CPI has been stable above 1.0 for 6 consecutive months. SPI dipped below 1.0 this month due to CDR close-out delay; recovery expected by April.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  |  5 MEDIUM  |  4 LOW  |  Total: 12 Open Risks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"/>
                <a:gridCol w="457200"/>
                <a:gridCol w="548640"/>
                <a:gridCol w="640080"/>
                <a:gridCol w="3566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schedule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test plan approved; weekend staffing authorized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personnel vacancy (Deputy 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 in progress; 3 candidates in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Subcontractor deliverable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quality reviews implemented; CAR issued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 uncertainty (FY27 POM)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 submission complete; PEO advocacy scheduled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CMMC Level 2 assessment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C3PAO engagement initiated; target 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 this period: CMMC assessment timeline added based on C3PAO scheduling constraints. Closed risk: Software license expiration (renewed through FY27).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Accomplishments This Period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CDR close-out with 3 minor RFAs resolved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Build 3.1 passed all unit tests (98.7% code coverage)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Control Documents updated for 4 external systems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RMF Assessment package submitted to SCA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3 CDRLs on schedule (SDD, IDD, STP)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Period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Integration Test execution (target 15 Apr)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Software Build 3.2 development and unit testing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ITRR (Integration Test Readiness Review)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system test procedures with IV&amp;V team</a:t>
            </a:r>
            <a:endParaRPr lang="en-US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RMF ATO package to AO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Performance Assessment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CPARS-aligned assessment for current evaluation period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91440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 meet requirements; CDR completed with minor findings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14-day slip on CDR close-out; recovery plan submitted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1.0 for 6 consecutive months; good cost discipline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to government direction; proactive risk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Deputy PM vacancy persists; recruitment efforts underway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regulatory requirements met; CMMC prep on 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Business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SB goals; ISR/SSR submitted 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Action Items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371600"/>
                <a:gridCol w="1188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/ Action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Deputy PM vacancy — present candidates to PM for selection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Integration Test recovery plan with revised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 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Contract Mod 04 for FY26 scope addition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DCAA incurred cost audit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C10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C3PAO CMMC Level 2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EVM baseline for approved Mod 03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Dir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updated System Test Plan (CDRL A005)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Days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ITRR and begin Integration Testing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Deputy PM vacancy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Software Build 3.2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 04 for FY26 scope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monthly CPR and IPR package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Integration Test Phase 1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System Test procedures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RMF ATO package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Program Review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IGCE for Option Year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60020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Integration Testing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System Test execution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CMMC Level 2 readiness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IOT&amp;E entrance criteria brief</a:t>
            </a:r>
            <a:endParaRPr lang="en-US" sz="100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FY27 funding 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Approve Integration Test recovery plan (PM)    2. Authorize weekend staffing for test team (PEO)    3. Approve Mod 04 scope and funding (CO)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 Name]  |  Program Status Review  |  [Month Year]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1248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Appendix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697480"/>
            <a:ext cx="1828800" cy="54864"/>
          </a:xfrm>
          <a:prstGeom prst="rect">
            <a:avLst/>
          </a:prstGeom>
          <a:solidFill>
            <a:srgbClr val="01696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detail, data tables, and additional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// FOUO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Acqlerate — Defense Acquisitions Academy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Acqlerate — Defense Acquisitions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Acqlerate</dc:creator>
  <cp:lastModifiedBy>Acqlerate</cp:lastModifiedBy>
  <cp:revision>1</cp:revision>
  <dcterms:created xsi:type="dcterms:W3CDTF">2026-03-23T14:38:20Z</dcterms:created>
  <dcterms:modified xsi:type="dcterms:W3CDTF">2026-03-23T14:38:20Z</dcterms:modified>
</cp:coreProperties>
</file>